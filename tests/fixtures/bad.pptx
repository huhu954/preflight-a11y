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Three sources of bias</a:t>
            </a:r>
          </a:p>
        </p:txBody>
      </p:sp>
      <p:pic>
        <p:nvPicPr>
          <p:cNvPr id="3" name="Picture 2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1828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4114800"/>
          <a:ext cx="4572000" cy="1097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Three sources of bias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/>
              <a:t>Tiny note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