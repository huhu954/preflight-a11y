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sources of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Sampling bias</a:t>
            </a:r>
          </a:p>
          <a:p>
            <a:r>
              <a:t>Measurement bias</a:t>
            </a:r>
          </a:p>
          <a:p>
            <a:r>
              <a:t>Reporting bias</a:t>
            </a:r>
          </a:p>
        </p:txBody>
      </p:sp>
      <p:pic>
        <p:nvPicPr>
          <p:cNvPr id="4" name="Picture 3" descr="Diagram of the research cycle with plan, collect and report stag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3657600" cy="18288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93192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Question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